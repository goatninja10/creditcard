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Indian Credit Card Brand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</a:defRPr>
            </a:pPr>
            <a:r>
              <a:t>Proof of Work | Published credit-card review dataset | 21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Illustrative PoW — not for external publication without approved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Objective and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</a:defRPr>
            </a:pPr>
            <a:r>
              <a:t>How does issuer visibility compare?</a:t>
            </a:r>
            <a:br/>
            <a:r>
              <a:t>Which topics drive positive and negative conversation?</a:t>
            </a:r>
            <a:br/>
            <a:r>
              <a:t>Where can Marketing prioritize deeper investigation?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Illustrative PoW — not for external publication without approved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 and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</a:defRPr>
            </a:pPr>
            <a:r>
              <a:t>1771 deduplicated pure credit-card review records from the published GitHub source.</a:t>
            </a:r>
            <a:br/>
            <a:r>
              <a:t>Only records labelled credit_card_review are included; app reviews and bank commentary are excluded.</a:t>
            </a:r>
            <a:br/>
            <a:r>
              <a:t>Source sentiment scores are mapped to positive, neutral and negative labels; topics use source labels where available.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Illustrative PoW — not for external publication without approved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Dataset profile and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</a:defRPr>
            </a:pPr>
            <a:r>
              <a:t>1771 deduplicated records | 3 issuers | 5 topics</a:t>
            </a:r>
            <a:br/>
            <a:r>
              <a:t>All unique SBI credit-card records are retained. Issuer volume is unbalanced, so percentages and sample sizes accompany raw counts. Axis is excluded.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Illustrative PoW — not for external publication without approved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Share of voice proxy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</a:defRPr>
            </a:pPr>
            <a:r>
              <a:t>SBI Card: 1368 (77.2%), HDFC Bank: 212 (12.0%), ICICI Bank: 191 (10.8%)</a:t>
            </a:r>
            <a:br/>
            <a:br/>
            <a:r>
              <a:t>This is source-volume share, not market share or brand preference. SBI has more source records and therefore higher raw volume.</a:t>
            </a:r>
          </a:p>
        </p:txBody>
      </p:sp>
      <p:pic>
        <p:nvPicPr>
          <p:cNvPr id="4" name="Picture 3" descr="men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474720"/>
            <a:ext cx="4846320" cy="2423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Illustrative PoW — not for external publication without approved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Sentiment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</a:defRPr>
            </a:pPr>
            <a:r>
              <a:t>SBI Card: 63.7% positive | 34.8% neutral | 1.5% negative</a:t>
            </a:r>
            <a:br/>
            <a:r>
              <a:t>HDFC Bank: 65.1% positive | 34.4% neutral | 0.5% negative</a:t>
            </a:r>
            <a:br/>
            <a:r>
              <a:t>ICICI Bank: 50.3% positive | 48.7% neutral | 1.0% negative</a:t>
            </a:r>
            <a:br/>
            <a:br/>
            <a:r>
              <a:t>Only 24 reviews are negative, so differences are directional rather than statistically conclusive.</a:t>
            </a:r>
          </a:p>
        </p:txBody>
      </p:sp>
      <p:pic>
        <p:nvPicPr>
          <p:cNvPr id="4" name="Picture 3" descr="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474720"/>
            <a:ext cx="4846320" cy="2423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Illustrative PoW — not for external publication without approved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Topic-level competitor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</a:defRPr>
            </a:pPr>
            <a:r>
              <a:t>Benefits is the dominant topic, followed by fees and rewards. SBI contributes most pure credit-card records; use within-issuer percentages rather than raw counts, while retaining all SBI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Illustrative PoW — not for external publication without approved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Key findings and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</a:defRPr>
            </a:pPr>
            <a:r>
              <a:t>1. SBI Card dominates source volume; do not interpret raw counts as performance.</a:t>
            </a:r>
            <a:br/>
            <a:r>
              <a:t>2. HDFC and SBI show higher positive shares than ICICI in this sample.</a:t>
            </a:r>
            <a:br/>
            <a:r>
              <a:t>3. Negative reviews are too sparse for strong complaint rankings.</a:t>
            </a:r>
            <a:br/>
            <a:r>
              <a:t>4. Add Axis data and a permitted current source before making market claims.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Illustrative PoW — not for external publication without approved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4E79"/>
                </a:solidFill>
              </a:defRPr>
            </a:pPr>
            <a:r>
              <a:t>The analysis is pure credit-card review data but remains issuer-imbalanced, lacks Axis coverage, and has no reliable dates or engagement values. Reuse rights need confirmation.</a:t>
            </a:r>
            <a:br/>
            <a:r>
              <a:t>Next: obtain additional comparable card-level HDFC, ICICI and Axis reviews, QA labels, and refresh the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4E79"/>
                </a:solidFill>
              </a:defRPr>
            </a:pPr>
            <a:r>
              <a:t>Illustrative PoW — not for external publication without approved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