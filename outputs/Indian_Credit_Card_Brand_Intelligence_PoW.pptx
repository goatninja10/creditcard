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Indian Credit Card Brand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Proof of Work | Customer reviews + historical Twitter listening</a:t>
            </a:r>
            <a:br/>
            <a:r>
              <a:t>Marketing Strategy analyst workflow | 21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Review module: 1,771 pure credit-card reviews across HDFC Bank, SBI Card and ICICI Bank.</a:t>
            </a:r>
            <a:br/>
            <a:r>
              <a:t>Twitter module: 2,084 filtered historical mentions across four issuers.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Which issuers receive the most source visibility?</a:t>
            </a:r>
            <a:br/>
            <a:r>
              <a:t>What topics and sentiment patterns appear in customer reviews?</a:t>
            </a:r>
            <a:br/>
            <a:r>
              <a:t>How can dated social mentions and engagement support recurring marketing reporting?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1,771 deduplicated pure customer reviews from the published GitHub dataset.</a:t>
            </a:r>
            <a:br/>
            <a:r>
              <a:t>Source scores are mapped to Positive, Neutral and Negative; topics use source labels where available.</a:t>
            </a:r>
            <a:br/>
            <a:r>
              <a:t>Twitter mentions are filtered and deduplicated separately because they are social-listening evidence, not necessarily customer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Customer-review dataset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1,771 records | 3 issuers | 5 topics</a:t>
            </a:r>
            <a:br/>
            <a:r>
              <a:t>SBI records are retained in full; issuer volume is unbalanced.</a:t>
            </a:r>
            <a:br/>
            <a:r>
              <a:t>All review dates and engagement values are missing or unreliable, so this module is cross-sectional.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Customer-review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F4E79"/>
                </a:solidFill>
              </a:defRPr>
            </a:pPr>
            <a:r>
              <a:t>The chart shows source-volume composition, not market share or brand preference.</a:t>
            </a:r>
            <a:br/>
            <a:r>
              <a:t>Use the counts to understand the dataset and use sentiment percentages with sample sizes for directional comparison.</a:t>
            </a:r>
          </a:p>
        </p:txBody>
      </p:sp>
      <p:pic>
        <p:nvPicPr>
          <p:cNvPr id="4" name="Picture 3" descr="m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585216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Customer-review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F4E79"/>
                </a:solidFill>
              </a:defRPr>
            </a:pPr>
            <a:r>
              <a:t>SBI Card: 63.7% positive | 34.8% neutral | 1.5% negative</a:t>
            </a:r>
            <a:br/>
            <a:r>
              <a:t>HDFC Bank: 65.1% positive | 34.4% neutral | 0.5% negative</a:t>
            </a:r>
            <a:br/>
            <a:r>
              <a:t>ICICI Bank: 50.3% positive | 48.7% neutral | 1.0% negative</a:t>
            </a:r>
            <a:br/>
            <a:br/>
            <a:r>
              <a:t>Negative reviews are sparse in this source, so differences should not be treated as statistically conclusive.</a:t>
            </a:r>
          </a:p>
        </p:txBody>
      </p:sp>
      <p:pic>
        <p:nvPicPr>
          <p:cNvPr id="4" name="Picture 3" descr="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585216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Customer-review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F4E79"/>
                </a:solidFill>
              </a:defRPr>
            </a:pPr>
            <a:r>
              <a:t>Benefits is the dominant topic, followed by fees and rewards.</a:t>
            </a:r>
            <a:br/>
            <a:r>
              <a:t>Use topic patterns to identify questions for deeper investigation, not as a definitive ranking of customer priorities.</a:t>
            </a:r>
          </a:p>
        </p:txBody>
      </p:sp>
      <p:pic>
        <p:nvPicPr>
          <p:cNvPr id="4" name="Picture 3" descr="topic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585216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Twitter social-listening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2,084 filtered unique mentions from 19 January to 19 March 2022.</a:t>
            </a:r>
            <a:br/>
            <a:r>
              <a:t>Issuer coverage: HDFC Bank: 700, SBI Card: 566, Axis Bank: 506, ICICI Bank: 312</a:t>
            </a:r>
            <a:br/>
            <a:r>
              <a:t>The Twitter workbook adds dates, retweets, favourites and calculated engagement.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Twitter volume 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F4E79"/>
                </a:solidFill>
              </a:defRPr>
            </a:pPr>
            <a:r>
              <a:t>The social-listening charts show historical mention volume by issuer and the monthly trend.</a:t>
            </a:r>
            <a:br/>
            <a:r>
              <a:t>This is a dated source-volume view, not current market share.</a:t>
            </a:r>
          </a:p>
        </p:txBody>
      </p:sp>
      <p:pic>
        <p:nvPicPr>
          <p:cNvPr id="4" name="Picture 3" descr="twitter_m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585216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Twitter monthly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F4E79"/>
                </a:solidFill>
              </a:defRPr>
            </a:pPr>
            <a:r>
              <a:t>The monthly view shows how mention volume changed during the historical collection window.</a:t>
            </a:r>
            <a:br/>
            <a:r>
              <a:t>Use it to identify spikes for follow-up, then inspect the underlying posts.</a:t>
            </a:r>
          </a:p>
        </p:txBody>
      </p:sp>
      <p:pic>
        <p:nvPicPr>
          <p:cNvPr id="4" name="Picture 3" descr="twitter_monthly_m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585216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Twitter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F4E79"/>
                </a:solidFill>
              </a:defRPr>
            </a:pPr>
            <a:r>
              <a:t>Average engagement is calculated as retweets plus favourites.</a:t>
            </a:r>
            <a:br/>
            <a:r>
              <a:t>Use it to prioritize high-visibility conversations, then review the underlying posts before making a recommendation.</a:t>
            </a:r>
          </a:p>
        </p:txBody>
      </p:sp>
      <p:pic>
        <p:nvPicPr>
          <p:cNvPr id="4" name="Picture 3" descr="twitter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585216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Recommendations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1. Use the review workbook for customer-topic and sentiment discussion.</a:t>
            </a:r>
            <a:br/>
            <a:r>
              <a:t>2. Use the Twitter workbook for dated listening and engagement monitoring.</a:t>
            </a:r>
            <a:br/>
            <a:r>
              <a:t>3. Do not combine denominators across modules.</a:t>
            </a:r>
            <a:br/>
            <a:r>
              <a:t>4. Confirm reuse rights, add a current approved source and manually QA labels before external publication.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Indian Credit Card Brand Intelligence PoW | Directional analysis | Verify reuse rights before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